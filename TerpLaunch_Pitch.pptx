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D1864B-77B3-1F4A-9937-C0C81D2C6B3A}" v="1" dt="2026-05-07T04:35:07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xn Sharma" userId="8fd8956b2355e924" providerId="LiveId" clId="{103538FF-7A35-5530-AA61-C33D2FEAF483}"/>
    <pc:docChg chg="custSel modSld">
      <pc:chgData name="Aryxn Sharma" userId="8fd8956b2355e924" providerId="LiveId" clId="{103538FF-7A35-5530-AA61-C33D2FEAF483}" dt="2026-05-07T04:37:01.208" v="44" actId="20577"/>
      <pc:docMkLst>
        <pc:docMk/>
      </pc:docMkLst>
      <pc:sldChg chg="modSp mod">
        <pc:chgData name="Aryxn Sharma" userId="8fd8956b2355e924" providerId="LiveId" clId="{103538FF-7A35-5530-AA61-C33D2FEAF483}" dt="2026-05-07T04:34:01.034" v="0" actId="2711"/>
        <pc:sldMkLst>
          <pc:docMk/>
          <pc:sldMk cId="0" sldId="256"/>
        </pc:sldMkLst>
        <pc:spChg chg="mod">
          <ac:chgData name="Aryxn Sharma" userId="8fd8956b2355e924" providerId="LiveId" clId="{103538FF-7A35-5530-AA61-C33D2FEAF483}" dt="2026-05-07T04:34:01.034" v="0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01.034" v="0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01.034" v="0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01.034" v="0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01.034" v="0" actId="2711"/>
          <ac:spMkLst>
            <pc:docMk/>
            <pc:sldMk cId="0" sldId="256"/>
            <ac:spMk id="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01.034" v="0" actId="2711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Aryxn Sharma" userId="8fd8956b2355e924" providerId="LiveId" clId="{103538FF-7A35-5530-AA61-C33D2FEAF483}" dt="2026-05-07T04:34:13.584" v="1" actId="2711"/>
        <pc:sldMkLst>
          <pc:docMk/>
          <pc:sldMk cId="0" sldId="257"/>
        </pc:sldMkLst>
        <pc:spChg chg="mod">
          <ac:chgData name="Aryxn Sharma" userId="8fd8956b2355e924" providerId="LiveId" clId="{103538FF-7A35-5530-AA61-C33D2FEAF483}" dt="2026-05-07T04:34:13.584" v="1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3.584" v="1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3.584" v="1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3.584" v="1" actId="2711"/>
          <ac:spMkLst>
            <pc:docMk/>
            <pc:sldMk cId="0" sldId="257"/>
            <ac:spMk id="5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3.584" v="1" actId="2711"/>
          <ac:spMkLst>
            <pc:docMk/>
            <pc:sldMk cId="0" sldId="257"/>
            <ac:spMk id="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3.584" v="1" actId="2711"/>
          <ac:spMkLst>
            <pc:docMk/>
            <pc:sldMk cId="0" sldId="257"/>
            <ac:spMk id="8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3.584" v="1" actId="271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3.584" v="1" actId="271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3.584" v="1" actId="271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3.584" v="1" actId="2711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Aryxn Sharma" userId="8fd8956b2355e924" providerId="LiveId" clId="{103538FF-7A35-5530-AA61-C33D2FEAF483}" dt="2026-05-07T04:34:19.648" v="2" actId="2711"/>
        <pc:sldMkLst>
          <pc:docMk/>
          <pc:sldMk cId="0" sldId="258"/>
        </pc:sldMkLst>
        <pc:spChg chg="mod">
          <ac:chgData name="Aryxn Sharma" userId="8fd8956b2355e924" providerId="LiveId" clId="{103538FF-7A35-5530-AA61-C33D2FEAF483}" dt="2026-05-07T04:34:19.648" v="2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9.648" v="2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9.648" v="2" actId="2711"/>
          <ac:spMkLst>
            <pc:docMk/>
            <pc:sldMk cId="0" sldId="258"/>
            <ac:spMk id="4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9.648" v="2" actId="2711"/>
          <ac:spMkLst>
            <pc:docMk/>
            <pc:sldMk cId="0" sldId="258"/>
            <ac:spMk id="5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9.648" v="2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9.648" v="2" actId="27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9.648" v="2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9.648" v="2" actId="2711"/>
          <ac:spMkLst>
            <pc:docMk/>
            <pc:sldMk cId="0" sldId="258"/>
            <ac:spMk id="9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9.648" v="2" actId="2711"/>
          <ac:spMkLst>
            <pc:docMk/>
            <pc:sldMk cId="0" sldId="258"/>
            <ac:spMk id="15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19.648" v="2" actId="2711"/>
          <ac:spMkLst>
            <pc:docMk/>
            <pc:sldMk cId="0" sldId="258"/>
            <ac:spMk id="16" creationId="{00000000-0000-0000-0000-000000000000}"/>
          </ac:spMkLst>
        </pc:spChg>
      </pc:sldChg>
      <pc:sldChg chg="delSp modSp mod">
        <pc:chgData name="Aryxn Sharma" userId="8fd8956b2355e924" providerId="LiveId" clId="{103538FF-7A35-5530-AA61-C33D2FEAF483}" dt="2026-05-07T04:34:37.600" v="4" actId="478"/>
        <pc:sldMkLst>
          <pc:docMk/>
          <pc:sldMk cId="0" sldId="259"/>
        </pc:sldMkLst>
        <pc:spChg chg="mod">
          <ac:chgData name="Aryxn Sharma" userId="8fd8956b2355e924" providerId="LiveId" clId="{103538FF-7A35-5530-AA61-C33D2FEAF483}" dt="2026-05-07T04:34:28.513" v="3" actId="2711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Aryxn Sharma" userId="8fd8956b2355e924" providerId="LiveId" clId="{103538FF-7A35-5530-AA61-C33D2FEAF483}" dt="2026-05-07T04:34:37.600" v="4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28.513" v="3" actId="27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28.513" v="3" actId="2711"/>
          <ac:spMkLst>
            <pc:docMk/>
            <pc:sldMk cId="0" sldId="259"/>
            <ac:spMk id="8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28.513" v="3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28.513" v="3" actId="2711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28.513" v="3" actId="2711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28.513" v="3" actId="2711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28.513" v="3" actId="2711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28.513" v="3" actId="2711"/>
          <ac:spMkLst>
            <pc:docMk/>
            <pc:sldMk cId="0" sldId="259"/>
            <ac:spMk id="19" creationId="{00000000-0000-0000-0000-000000000000}"/>
          </ac:spMkLst>
        </pc:spChg>
      </pc:sldChg>
      <pc:sldChg chg="modSp mod">
        <pc:chgData name="Aryxn Sharma" userId="8fd8956b2355e924" providerId="LiveId" clId="{103538FF-7A35-5530-AA61-C33D2FEAF483}" dt="2026-05-07T04:34:42.469" v="5" actId="2711"/>
        <pc:sldMkLst>
          <pc:docMk/>
          <pc:sldMk cId="0" sldId="260"/>
        </pc:sldMkLst>
        <pc:spChg chg="mod">
          <ac:chgData name="Aryxn Sharma" userId="8fd8956b2355e924" providerId="LiveId" clId="{103538FF-7A35-5530-AA61-C33D2FEAF483}" dt="2026-05-07T04:34:42.469" v="5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2.469" v="5" actId="2711"/>
          <ac:spMkLst>
            <pc:docMk/>
            <pc:sldMk cId="0" sldId="260"/>
            <ac:spMk id="4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2.469" v="5" actId="2711"/>
          <ac:spMkLst>
            <pc:docMk/>
            <pc:sldMk cId="0" sldId="260"/>
            <ac:spMk id="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2.469" v="5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2.469" v="5" actId="2711"/>
          <ac:spMkLst>
            <pc:docMk/>
            <pc:sldMk cId="0" sldId="260"/>
            <ac:spMk id="9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2.469" v="5" actId="2711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2.469" v="5" actId="2711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2.469" v="5" actId="2711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2.469" v="5" actId="2711"/>
          <ac:spMkLst>
            <pc:docMk/>
            <pc:sldMk cId="0" sldId="260"/>
            <ac:spMk id="1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2.469" v="5" actId="2711"/>
          <ac:spMkLst>
            <pc:docMk/>
            <pc:sldMk cId="0" sldId="260"/>
            <ac:spMk id="18" creationId="{00000000-0000-0000-0000-000000000000}"/>
          </ac:spMkLst>
        </pc:spChg>
      </pc:sldChg>
      <pc:sldChg chg="modSp mod">
        <pc:chgData name="Aryxn Sharma" userId="8fd8956b2355e924" providerId="LiveId" clId="{103538FF-7A35-5530-AA61-C33D2FEAF483}" dt="2026-05-07T04:34:47.126" v="6" actId="2711"/>
        <pc:sldMkLst>
          <pc:docMk/>
          <pc:sldMk cId="0" sldId="261"/>
        </pc:sldMkLst>
        <pc:spChg chg="mod">
          <ac:chgData name="Aryxn Sharma" userId="8fd8956b2355e924" providerId="LiveId" clId="{103538FF-7A35-5530-AA61-C33D2FEAF483}" dt="2026-05-07T04:34:47.126" v="6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7.126" v="6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7.126" v="6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7.126" v="6" actId="2711"/>
          <ac:spMkLst>
            <pc:docMk/>
            <pc:sldMk cId="0" sldId="261"/>
            <ac:spMk id="5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7.126" v="6" actId="2711"/>
          <ac:spMkLst>
            <pc:docMk/>
            <pc:sldMk cId="0" sldId="261"/>
            <ac:spMk id="8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7.126" v="6" actId="27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7.126" v="6" actId="2711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7.126" v="6" actId="2711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7.126" v="6" actId="271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47.126" v="6" actId="2711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Aryxn Sharma" userId="8fd8956b2355e924" providerId="LiveId" clId="{103538FF-7A35-5530-AA61-C33D2FEAF483}" dt="2026-05-07T04:37:01.208" v="44" actId="20577"/>
        <pc:sldMkLst>
          <pc:docMk/>
          <pc:sldMk cId="0" sldId="262"/>
        </pc:sldMkLst>
        <pc:spChg chg="mod">
          <ac:chgData name="Aryxn Sharma" userId="8fd8956b2355e924" providerId="LiveId" clId="{103538FF-7A35-5530-AA61-C33D2FEAF483}" dt="2026-05-07T04:36:51.148" v="33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6:49.221" v="31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57.417" v="7" actId="2711"/>
          <ac:spMkLst>
            <pc:docMk/>
            <pc:sldMk cId="0" sldId="262"/>
            <ac:spMk id="9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57.417" v="7" actId="2711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57.417" v="7" actId="2711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6:54.757" v="35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6:57.199" v="42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57.417" v="7" actId="2711"/>
          <ac:spMkLst>
            <pc:docMk/>
            <pc:sldMk cId="0" sldId="262"/>
            <ac:spMk id="1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57.417" v="7" actId="2711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7:01.208" v="44" actId="20577"/>
          <ac:spMkLst>
            <pc:docMk/>
            <pc:sldMk cId="0" sldId="262"/>
            <ac:spMk id="23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6:45.626" v="23" actId="20577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57.417" v="7" actId="2711"/>
          <ac:spMkLst>
            <pc:docMk/>
            <pc:sldMk cId="0" sldId="262"/>
            <ac:spMk id="25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57.417" v="7" actId="2711"/>
          <ac:spMkLst>
            <pc:docMk/>
            <pc:sldMk cId="0" sldId="262"/>
            <ac:spMk id="31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57.417" v="7" actId="2711"/>
          <ac:spMkLst>
            <pc:docMk/>
            <pc:sldMk cId="0" sldId="262"/>
            <ac:spMk id="32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4:57.417" v="7" actId="2711"/>
          <ac:spMkLst>
            <pc:docMk/>
            <pc:sldMk cId="0" sldId="262"/>
            <ac:spMk id="35" creationId="{00000000-0000-0000-0000-000000000000}"/>
          </ac:spMkLst>
        </pc:spChg>
      </pc:sldChg>
      <pc:sldChg chg="modSp">
        <pc:chgData name="Aryxn Sharma" userId="8fd8956b2355e924" providerId="LiveId" clId="{103538FF-7A35-5530-AA61-C33D2FEAF483}" dt="2026-05-07T04:35:07.243" v="8" actId="2711"/>
        <pc:sldMkLst>
          <pc:docMk/>
          <pc:sldMk cId="0" sldId="263"/>
        </pc:sldMkLst>
        <pc:spChg chg="mod">
          <ac:chgData name="Aryxn Sharma" userId="8fd8956b2355e924" providerId="LiveId" clId="{103538FF-7A35-5530-AA61-C33D2FEAF483}" dt="2026-05-07T04:35:07.243" v="8" actId="2711"/>
          <ac:spMkLst>
            <pc:docMk/>
            <pc:sldMk cId="0" sldId="263"/>
            <ac:spMk id="2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07.243" v="8" actId="2711"/>
          <ac:spMkLst>
            <pc:docMk/>
            <pc:sldMk cId="0" sldId="263"/>
            <ac:spMk id="4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07.243" v="8" actId="2711"/>
          <ac:spMkLst>
            <pc:docMk/>
            <pc:sldMk cId="0" sldId="263"/>
            <ac:spMk id="6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07.243" v="8" actId="2711"/>
          <ac:spMkLst>
            <pc:docMk/>
            <pc:sldMk cId="0" sldId="263"/>
            <ac:spMk id="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07.243" v="8" actId="2711"/>
          <ac:spMkLst>
            <pc:docMk/>
            <pc:sldMk cId="0" sldId="263"/>
            <ac:spMk id="8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07.243" v="8" actId="2711"/>
          <ac:spMkLst>
            <pc:docMk/>
            <pc:sldMk cId="0" sldId="263"/>
            <ac:spMk id="9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07.243" v="8" actId="2711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07.243" v="8" actId="2711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07.243" v="8" actId="2711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07.243" v="8" actId="2711"/>
          <ac:spMkLst>
            <pc:docMk/>
            <pc:sldMk cId="0" sldId="263"/>
            <ac:spMk id="16" creationId="{00000000-0000-0000-0000-000000000000}"/>
          </ac:spMkLst>
        </pc:spChg>
      </pc:sldChg>
      <pc:sldChg chg="modSp mod">
        <pc:chgData name="Aryxn Sharma" userId="8fd8956b2355e924" providerId="LiveId" clId="{103538FF-7A35-5530-AA61-C33D2FEAF483}" dt="2026-05-07T04:35:15.610" v="9" actId="2711"/>
        <pc:sldMkLst>
          <pc:docMk/>
          <pc:sldMk cId="0" sldId="264"/>
        </pc:sldMkLst>
        <pc:spChg chg="mod">
          <ac:chgData name="Aryxn Sharma" userId="8fd8956b2355e924" providerId="LiveId" clId="{103538FF-7A35-5530-AA61-C33D2FEAF483}" dt="2026-05-07T04:35:15.610" v="9" actId="2711"/>
          <ac:spMkLst>
            <pc:docMk/>
            <pc:sldMk cId="0" sldId="264"/>
            <ac:spMk id="3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15.610" v="9" actId="2711"/>
          <ac:spMkLst>
            <pc:docMk/>
            <pc:sldMk cId="0" sldId="264"/>
            <ac:spMk id="5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15.610" v="9" actId="2711"/>
          <ac:spMkLst>
            <pc:docMk/>
            <pc:sldMk cId="0" sldId="264"/>
            <ac:spMk id="6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15.610" v="9" actId="2711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15.610" v="9" actId="2711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15.610" v="9" actId="2711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15.610" v="9" actId="2711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15.610" v="9" actId="2711"/>
          <ac:spMkLst>
            <pc:docMk/>
            <pc:sldMk cId="0" sldId="264"/>
            <ac:spMk id="1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15.610" v="9" actId="2711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15.610" v="9" actId="2711"/>
          <ac:spMkLst>
            <pc:docMk/>
            <pc:sldMk cId="0" sldId="264"/>
            <ac:spMk id="21" creationId="{00000000-0000-0000-0000-000000000000}"/>
          </ac:spMkLst>
        </pc:spChg>
      </pc:sldChg>
      <pc:sldChg chg="modSp mod">
        <pc:chgData name="Aryxn Sharma" userId="8fd8956b2355e924" providerId="LiveId" clId="{103538FF-7A35-5530-AA61-C33D2FEAF483}" dt="2026-05-07T04:35:20.339" v="10" actId="2711"/>
        <pc:sldMkLst>
          <pc:docMk/>
          <pc:sldMk cId="0" sldId="265"/>
        </pc:sldMkLst>
        <pc:spChg chg="mod">
          <ac:chgData name="Aryxn Sharma" userId="8fd8956b2355e924" providerId="LiveId" clId="{103538FF-7A35-5530-AA61-C33D2FEAF483}" dt="2026-05-07T04:35:20.339" v="10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20.339" v="10" actId="2711"/>
          <ac:spMkLst>
            <pc:docMk/>
            <pc:sldMk cId="0" sldId="265"/>
            <ac:spMk id="4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20.339" v="10" actId="2711"/>
          <ac:spMkLst>
            <pc:docMk/>
            <pc:sldMk cId="0" sldId="265"/>
            <ac:spMk id="5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20.339" v="10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20.339" v="10" actId="2711"/>
          <ac:spMkLst>
            <pc:docMk/>
            <pc:sldMk cId="0" sldId="265"/>
            <ac:spMk id="7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20.339" v="10" actId="2711"/>
          <ac:spMkLst>
            <pc:docMk/>
            <pc:sldMk cId="0" sldId="265"/>
            <ac:spMk id="8" creationId="{00000000-0000-0000-0000-000000000000}"/>
          </ac:spMkLst>
        </pc:spChg>
        <pc:spChg chg="mod">
          <ac:chgData name="Aryxn Sharma" userId="8fd8956b2355e924" providerId="LiveId" clId="{103538FF-7A35-5530-AA61-C33D2FEAF483}" dt="2026-05-07T04:35:20.339" v="10" actId="2711"/>
          <ac:spMkLst>
            <pc:docMk/>
            <pc:sldMk cId="0" sldId="265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Apps</c:v>
                </c:pt>
              </c:strCache>
            </c:strRef>
          </c:tx>
          <c:spPr>
            <a:solidFill>
              <a:srgbClr val="E2183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Career</c:v>
                </c:pt>
                <c:pt idx="1">
                  <c:v>Transit</c:v>
                </c:pt>
                <c:pt idx="2">
                  <c:v>Study</c:v>
                </c:pt>
                <c:pt idx="3">
                  <c:v>Social</c:v>
                </c:pt>
                <c:pt idx="4">
                  <c:v>Food</c:v>
                </c:pt>
                <c:pt idx="5">
                  <c:v>Housing</c:v>
                </c:pt>
                <c:pt idx="6">
                  <c:v>Wellness</c:v>
                </c:pt>
                <c:pt idx="7">
                  <c:v>Finance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5B-6F4E-A460-957F78AC19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481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640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TerpLaunch</a:t>
            </a:r>
            <a:endParaRPr lang="en-US" sz="5200" dirty="0">
              <a:latin typeface="Aptos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D2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Student App Showcase Platform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Built by Terps, for Terps.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Aryan  ·  Saharsh  ·  Pranav  ·  David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FFF5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5101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Every semester, UMD students build impressive apps.</a:t>
            </a:r>
            <a:endParaRPr lang="en-US" sz="18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800" i="1" dirty="0">
                <a:solidFill>
                  <a:srgbClr val="B5101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Every semester, those apps quietly disappear.</a:t>
            </a:r>
            <a:endParaRPr lang="en-US" sz="1800" dirty="0">
              <a:latin typeface="Aptos" panose="020B00040202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06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Invisible Work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291840" y="2514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No central place to find student-built apps. Great tools go undiscovered.</a:t>
            </a:r>
            <a:endParaRPr lang="en-US" sz="1300" dirty="0">
              <a:latin typeface="Aptos" panose="020B00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290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Duplicated Effort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291840" y="33375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Students rebuild what already exists because they can't find previous work.</a:t>
            </a:r>
            <a:endParaRPr lang="en-US" sz="1300" dirty="0">
              <a:latin typeface="Aptos" panose="020B0004020202020204" pitchFamily="3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519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4160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No Feedback Loop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3291840" y="41605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Developers get zero user feedback. Apps die after the semester ends.</a:t>
            </a:r>
            <a:endParaRPr lang="en-US" sz="13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645920" cy="45720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D2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TerpLaunch is Product Hunt × GitHub,</a:t>
            </a:r>
            <a:endParaRPr lang="en-US" sz="22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FFD2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built exclusively for UMD.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60320" cy="2286000"/>
          </a:xfrm>
          <a:prstGeom prst="rect">
            <a:avLst/>
          </a:prstGeom>
          <a:solidFill>
            <a:srgbClr val="1F1F1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560320" cy="54864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FD200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DISCOVER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Browse and search student-built apps by the problem they solve — Study, Food, Housing, Transit, and more.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83280" y="2377440"/>
            <a:ext cx="2560320" cy="2286000"/>
          </a:xfrm>
          <a:prstGeom prst="rect">
            <a:avLst/>
          </a:prstGeom>
          <a:solidFill>
            <a:srgbClr val="1F1F1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2560320" cy="54864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661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FD200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SHOWCASE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66160" y="3063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Developers submit their apps with one simple form. Instant visibility to the entire campus community.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2560320" cy="2286000"/>
          </a:xfrm>
          <a:prstGeom prst="rect">
            <a:avLst/>
          </a:prstGeom>
          <a:solidFill>
            <a:srgbClr val="1F1F1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2560320" cy="54864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FD200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CONNECT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0" y="3063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Upvote the best apps, leave feedback, and signal collaboration interest to the creators.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Core Features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41732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Browse &amp; Search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2588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Filter apps by UMD-specific categories: Study, Food &amp; Dining, Housing, Campus Transit, Health &amp; Wellness, Social, Finance, Career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931920" cy="141732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002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One-Click Upvote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53212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Upvote any app instantly. Upvote counts drive the trending section and the developer leaderboard rankings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931920" cy="141732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918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Submit Your App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325880" y="36576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Simple form: name, description, link, category tags. Takes 60 seconds. Your app is live immediately on the platform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754880" y="3063240"/>
            <a:ext cx="3931920" cy="141732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2918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Monthly Trending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5532120" y="36576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Top 5 most upvoted apps surfaced automatically on the home page. Fresh content keeps the platform feeling alive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What Sets Us Apart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64008" cy="1005840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Developer Leaderboard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54480" y="1645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Gamification that drives quality. Top developers ranked by total upvotes across all their submitted apps.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8046720" cy="100584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64008" cy="1005840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51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Collaboration Requests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554480" y="28803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Click 'I want to help' on any app. Signals interest directly to the creator — turns a showcase into a community.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64008" cy="1005840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8862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Feedback System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554480" y="4114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Star ratings + written comments on every app. Closes the loop between creators and users. GitHub repos don't do this.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D200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React (Vite) + React Router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91840" y="12801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Single-page app with fast hot reload. Component-based architecture for reusable UI elements.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8046720" cy="77724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D200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Python + FastAPI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91840" y="2194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Auto-generated API docs at /docs. Async support, Pydantic validation, zero boilerplate.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77724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D200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MongoDB Atlas (Free Tier)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91840" y="31089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Cloud-hosted NoSQL. Text indexes for search, aggregation pipelines for leaderboard and trending.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24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FD200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HTTP CLIENT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240" y="4315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Axios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91840" y="40233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Clean promise-based HTTP calls from React to FastAPI. Interceptors for error handling.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320040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54864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87552" y="1463040"/>
            <a:ext cx="914400" cy="914400"/>
          </a:xfrm>
          <a:prstGeom prst="ellipse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755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ptos" panose="020B0004020202020204" pitchFamily="34" charset="0"/>
                <a:cs typeface="Arial Black" pitchFamily="34" charset="-120"/>
              </a:rPr>
              <a:t>P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Pranav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1417320" cy="292608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Frontend Lead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Home page, TrendingSection, AppCard, routing, UMD styling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606040" y="1188720"/>
            <a:ext cx="1965960" cy="320040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606040" y="1188720"/>
            <a:ext cx="1965960" cy="54864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136392" y="1463040"/>
            <a:ext cx="914400" cy="914400"/>
          </a:xfrm>
          <a:prstGeom prst="ellipse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3639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ptos" panose="020B0004020202020204" pitchFamily="34" charset="0"/>
                <a:cs typeface="Arial Black" pitchFamily="34" charset="-120"/>
              </a:rPr>
              <a:t>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9748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Saharsh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880360" y="2926080"/>
            <a:ext cx="1417320" cy="292608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80360" y="2926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43200" y="3383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Browse/search, FilterSidebar, App detail, SubmitForm, Leaderboard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1965960" cy="320040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1965960" cy="54864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285232" y="1463040"/>
            <a:ext cx="914400" cy="914400"/>
          </a:xfrm>
          <a:prstGeom prst="ellipse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8523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ptos" panose="020B0004020202020204" pitchFamily="34" charset="0"/>
                <a:cs typeface="Arial Black" pitchFamily="34" charset="-120"/>
              </a:rPr>
              <a:t>D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David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0" y="2926080"/>
            <a:ext cx="1417320" cy="292608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0" y="2926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92040" y="3383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FastAPI setup, all API endpoints, upvote logic, CORS, wiring</a:t>
            </a:r>
            <a:endParaRPr lang="en-US" sz="95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903720" y="1188720"/>
            <a:ext cx="1965960" cy="320040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03720" y="1188720"/>
            <a:ext cx="1965960" cy="54864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434072" y="1463040"/>
            <a:ext cx="914400" cy="914400"/>
          </a:xfrm>
          <a:prstGeom prst="ellipse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434072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99516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Aryan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178040" y="2926080"/>
            <a:ext cx="1417320" cy="292608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78040" y="2926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040880" y="3383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MongoDB Atlas, schema design, seed data, indexes, db.py module</a:t>
            </a:r>
            <a:endParaRPr lang="en-US" sz="9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By the Numbers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828800" cy="45720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Seeded with real UMD student app data for demo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920240" cy="2560320"/>
          </a:xfrm>
          <a:prstGeom prst="rect">
            <a:avLst/>
          </a:prstGeom>
          <a:solidFill>
            <a:srgbClr val="1F1F1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E21833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64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Student Apps</a:t>
            </a:r>
            <a:endParaRPr lang="en-US" sz="13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Seeded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97480" y="1645920"/>
            <a:ext cx="1920240" cy="2560320"/>
          </a:xfrm>
          <a:prstGeom prst="rect">
            <a:avLst/>
          </a:prstGeom>
          <a:solidFill>
            <a:srgbClr val="1F1F1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97480" y="18288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D200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64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8892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UMD-Specific</a:t>
            </a:r>
            <a:endParaRPr lang="en-US" sz="13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1920240" cy="2560320"/>
          </a:xfrm>
          <a:prstGeom prst="rect">
            <a:avLst/>
          </a:prstGeom>
          <a:solidFill>
            <a:srgbClr val="1F1F1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E21833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64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3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995160" y="1645920"/>
            <a:ext cx="1920240" cy="2560320"/>
          </a:xfrm>
          <a:prstGeom prst="rect">
            <a:avLst/>
          </a:prstGeom>
          <a:solidFill>
            <a:srgbClr val="1F1F1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95160" y="18288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D200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64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8660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Indexes</a:t>
            </a:r>
            <a:endParaRPr lang="en-US" sz="1300" dirty="0">
              <a:latin typeface="Aptos" panose="020B0004020202020204" pitchFamily="34" charset="0"/>
            </a:endParaRPr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3499440270"/>
              </p:ext>
            </p:extLst>
          </p:nvPr>
        </p:nvGraphicFramePr>
        <p:xfrm>
          <a:off x="457200" y="4434840"/>
          <a:ext cx="8229600" cy="59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Future Roadmap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Where TerpLaunch goes after the hackathon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1481328"/>
            <a:ext cx="228600" cy="228600"/>
          </a:xfrm>
          <a:prstGeom prst="ellipse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1709928"/>
            <a:ext cx="36576" cy="50292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V1.1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94560" y="13716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GitHub OAuth login for verified UMD student accounts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228600" cy="228600"/>
          </a:xfrm>
          <a:prstGeom prst="ellipse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5840" y="2423160"/>
            <a:ext cx="36576" cy="50292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71600" y="20848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V1.2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4560" y="20848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Email notifications when your app gets upvoted or receives feedback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2907792"/>
            <a:ext cx="228600" cy="228600"/>
          </a:xfrm>
          <a:prstGeom prst="ellipse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05840" y="3136392"/>
            <a:ext cx="36576" cy="50292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71600" y="27980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V2.0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194560" y="279806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Featured listings for monetization — developers pay to boost visibility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4400" y="3621024"/>
            <a:ext cx="228600" cy="228600"/>
          </a:xfrm>
          <a:prstGeom prst="ellipse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05840" y="3849624"/>
            <a:ext cx="36576" cy="50292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71600" y="35112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V2.5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194560" y="351129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'Built at UMD' verified badge system for authenticated student projects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14400" y="4334256"/>
            <a:ext cx="228600" cy="228600"/>
          </a:xfrm>
          <a:prstGeom prst="ellipse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71600" y="42245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V3.0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94560" y="42245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Expand to other University of Maryland System schools</a:t>
            </a:r>
            <a:endParaRPr lang="en-US" sz="13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200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7315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TerpLaunch</a:t>
            </a:r>
            <a:endParaRPr lang="en-US" sz="4800" dirty="0">
              <a:latin typeface="Aptos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D2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Every Terp builds something great.</a:t>
            </a:r>
            <a:endParaRPr lang="en-US" sz="20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FFD2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Now every Terp can find it.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ptos" panose="020B0004020202020204" pitchFamily="34" charset="0"/>
                <a:ea typeface="Arial Black" pitchFamily="34" charset="-122"/>
                <a:cs typeface="Arial Black" pitchFamily="34" charset="-120"/>
              </a:rPr>
              <a:t>Live Demo →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Fear the Turtle  🐢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21833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593</Words>
  <Application>Microsoft Macintosh PowerPoint</Application>
  <PresentationFormat>On-screen Show (16:9)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TerpLaunch — Student App Showcase for UMD</dc:title>
  <dc:subject>PptxGenJS Presentation</dc:subject>
  <dc:creator>TerpLaunch Team</dc:creator>
  <cp:lastModifiedBy>Aryxn Sharma</cp:lastModifiedBy>
  <cp:revision>1</cp:revision>
  <dcterms:created xsi:type="dcterms:W3CDTF">2026-05-07T00:07:38Z</dcterms:created>
  <dcterms:modified xsi:type="dcterms:W3CDTF">2026-05-07T04:37:02Z</dcterms:modified>
</cp:coreProperties>
</file>